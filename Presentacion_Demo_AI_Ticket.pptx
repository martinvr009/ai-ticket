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4B8A6"/>
                </a:solidFill>
                <a:latin typeface="Segoe UI"/>
              </a:defRPr>
            </a:pPr>
            <a:r>
              <a:t>AI TICKET WORKSPACE</a:t>
            </a:r>
          </a:p>
          <a:p>
            <a:pPr>
              <a:spcAft>
                <a:spcPts val="25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Plataforma Empresarial de Gestión y Clasificación Inteligente de Tickets con IA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React 18 + Node.js (TypeScript) + PostgreSQL Nativo (Sin ORM) + Google Gemini AI</a:t>
            </a:r>
            <a:br/>
            <a:r>
              <a:t>Sysdatec Corp — Technical Challenge</a:t>
            </a:r>
          </a:p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Presentado por: Martín Vásquez |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1. Contexto &amp; Desafío Técnico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Sysdatec Corp — AI-Powered Operational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🎯 El Reto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Construir un espacio de trabajo ligero impulsado por IA para recibir, clasificar y dar seguimiento a solicitudes operativas.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Automatizar la asignación de Categoría (Finance, Legal, Procurement, Operations), Prioridad (High, Medium, Low) y Resumen Ejecutivo.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Disponer de un Dashboard interactivo con KPIs y vista de detalle completa (estado, owner y comentarios).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Garantizar despliegue completo reproducible mediante Docker Compose (docker compose up --build).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⚖️ Criterios de Evaluación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Visión Sistémica: Arquitectura desacoplada, escalable y mantenible.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Velocidad de Ejecución: Entrega de una solución completa y funcional en tiempo récord.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Integración de LLMs: Prompt engineering estructurado en JSON y manejo de fallos.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Ingeniería de Datos: PostgreSQL nativo sin ORMs mágicos y con consultas preparadas.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Deployability: Capacidad de ejecución limpia desde cero.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2. Arquitectura de Software: Hexagonal &amp; Clean Code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Panel Multi-Agente de Expertos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🏛️ Dominio (Capa 1)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Núcleo puro de negocio.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Entidades ricas: Ticket, Comment, AuditLog.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Reglas e invariantes de validación.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Puertos (Interfaces):</a:t>
            </a:r>
            <a:br/>
            <a:r>
              <a:t>ITicketRepository</a:t>
            </a:r>
            <a:br/>
            <a:r>
              <a:t>IAuditLogRepository</a:t>
            </a:r>
            <a:br/>
            <a:r>
              <a:t>IAIService.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Cero acoplamiento con frameworks o librerías externas.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⚙️ Aplicación (Capa 2)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Casos de uso con responsabilidad única: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CreateTicketUseCase (con auto-clasificación)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GetTicketsUseCase (filtros y búsqueda)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GetTicketByIdUseCase (detalle e hilos)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UpdateTicketUseCase (estado y owner)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ClassifyTicketUseCase (orquestación LLM)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AddCommentUseCase (trazabilidad)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100% probado con Jest.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🔌 Infraestructura (Capa 3)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Adaptadores de Entrada:</a:t>
            </a:r>
            <a:br/>
            <a:r>
              <a:t>Express + Apollo Server GraphQL.</a:t>
            </a:r>
            <a:br/>
            <a:r>
              <a:t>Middlewares Helmet, CORS y Cookies HttpOnly.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Adaptadores de Salida:</a:t>
            </a:r>
            <a:br/>
            <a:r>
              <a:t>PostgreSQL Nativo (pg.Pool) con Prepared Statements.</a:t>
            </a:r>
            <a:br/>
            <a:r>
              <a:t>GeminiAIService (API Google Gemini con fallback heurístico).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3. Persistencia: PostgreSQL Nativo (Cero ORMs)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Rendimiento SQL puro y cumplimiento estricto DBA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⚡ ¿Por qué NO usamos ORMs?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Rendimiento Absoluto: Evita la sobrecarga de abstracciones como Prisma o TypeORM.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Eliminación de Consultas N+1: JOINs y agregaciones explícitas y controladas.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Inmunidad SQL Injection (OWASP A03): Todas las consultas son Prepared Statements parametrizados ($1, $2, ...).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Control DBA Total: Esquema DDL formal (db.sql) y datos semilla de prueba (db.seed.sql).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🗄️ Esquema de Tablas &amp; Índices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tickets: id, customer_name, request_text, attachment_url, category, priority, summary, status, owner, timestamps.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comments: id, ticket_id (FK CASCADE), author, content, created_at.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audit_logs: id, user_id, action, resource, resource_id, details (JSONB), ip_address, created_at.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Índices de Alto Rendimiento:</a:t>
            </a:r>
            <a:br/>
            <a:r>
              <a:t>• idx_tickets_status</a:t>
            </a:r>
            <a:br/>
            <a:r>
              <a:t>• idx_tickets_category</a:t>
            </a:r>
            <a:br/>
            <a:r>
              <a:t>• idx_tickets_priority</a:t>
            </a:r>
            <a:br/>
            <a:r>
              <a:t>• idx_tickets_created_at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4. Capa Frontend: React 18 SPA + Apollo Client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Diseño moderno, accesible y altamente responsivo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🎨 Experiencia de Usuario (UI/UX)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Construido con React 18, Vite y TypeScript estricto.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Tailwind CSS: Paleta corporativa sobria, badges dinámicos y tipografía Inter.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Patrón Smart vs. Dumb Components: Separación de contenedores y componentes visuales reutilizables.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Micro-interacciones en tiempo real: Indicadores de estado de PostgreSQL y Gemini AI en el Header.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🚀 Características Principales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Dashboard con 5 KPIs: Total Tickets, Abiertos, En Progreso, Resueltos y Alta Prioridad.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Filtros reactivos por Categoría, Prioridad, Estado y Búsqueda textual instantánea.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Plantillas de 1 Clic para la Demo: Casos listos de Finanzas (ACH), Legal (NDA), Compras (Hardware) y Operaciones (504).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Apollo Client con credentials: 'include' para transmitir cookies seguras HttpOnly.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5. Motor de Inteligencia Artificial: Google Gemini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Prompting estructurado y garantía de demostración sin fallos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🤖 Integración &amp; Prompt Engineering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Modelo: gemini-flash-latest con API Key oficial de Google Gemini.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Configuración: responseMimeType: 'application/json' y temperatura 0.1 para reproducibilidad.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Salida Estricta:</a:t>
            </a:r>
            <a:br/>
            <a:r>
              <a:t>{</a:t>
            </a:r>
            <a:br/>
            <a:r>
              <a:t>  'category': 'Finance|Legal|Procurement|Operations',</a:t>
            </a:r>
            <a:br/>
            <a:r>
              <a:t>  'priority': 'High|Medium|Low',</a:t>
            </a:r>
            <a:br/>
            <a:r>
              <a:t>  'summary': 'Resumen ejecutivo en 1 oración'</a:t>
            </a:r>
            <a:br/>
            <a:r>
              <a:t>}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Logging de Terminal en Vivo: Imprime en consola el prompt exacto de entrada y la respuesta JSON devuelta.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🛡️ Resiliencia y Garantía de Demo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Mecanismo de Respaldo Heurístico (Offline Fallback):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Si durante la presentación en vivo se pierde la conexión a internet o se agota la cuota externa del LLM, el sistema clasifica mediante análisis léxico de dominio.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Resultado: La aplicación NUNCA arroja error 500 ni se bloquea frente al evaluador.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Re-clasificación interactiva bajo demanda desde el modal de detalle.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6. Gestión Integral del Ticket (Detalle y Ciclo de Vida)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Cumplimiento del Punto 4 de los Requerimientos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⏱️ Actualizar Estado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Controles visuales de 1 clic: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Botones directos para:</a:t>
            </a:r>
            <a:br/>
            <a:r>
              <a:t>• Abierto</a:t>
            </a:r>
            <a:br/>
            <a:r>
              <a:t>• En Progreso</a:t>
            </a:r>
            <a:br/>
            <a:r>
              <a:t>• Resuelto</a:t>
            </a:r>
            <a:br/>
            <a:r>
              <a:t>• Cerrado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Actualización inmediata en PostgreSQL vía mutación GraphQL.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Confirmación visual verde en pantalla al guardar.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👤 Asignar Responsable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Sugerencias de equipo con 1 clic:</a:t>
            </a:r>
            <a:br/>
            <a:r>
              <a:t>• Martín Vásquez</a:t>
            </a:r>
            <a:br/>
            <a:r>
              <a:t>• Carlos Mendoza</a:t>
            </a:r>
            <a:br/>
            <a:r>
              <a:t>• Dra. Marcela Rivas</a:t>
            </a:r>
            <a:br/>
            <a:r>
              <a:t>• Esteban Ruiz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Campo de texto libre para asignar a cualquier persona.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Persistencia inmediata en la base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💬 Agregar Comentarios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Hilo de conversación visible de forma permanente.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Historial cronológico con avatar, autor y fecha.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Caja de texto para redactar notas operativas o de seguimiento.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Asociación relacional con clave foránea al ticket.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7. Seguridad DevSecOps &amp; Trazabilidad Inmutable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Alineado a las directrices OWASP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🔒 Medidas de Seguridad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Prevención SQL Injection (OWASP A03): Consultas preparadas en 100% de la capa de datos.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Cookies de Sesión HttpOnly: Protege identificadores de sesión contra ataques XSS.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Helmet Middleware: Encabezados defensivos (CSP, X-Frame-Options, HSTS).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CORS Estricto: Restringido al origen del frontend con credenciales habilitadas.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Validación de Esquemas con Zod: Sanitización de entradas antes de la capa de casos de uso.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📋 Auditoría Inmutable (Audit Trail)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Tabla inmutable audit_logs en PostgreSQL.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Registra cada operación crítica:</a:t>
            </a:r>
            <a:br/>
            <a:r>
              <a:t>• CREATE (Creación de ticket)</a:t>
            </a:r>
            <a:br/>
            <a:r>
              <a:t>• AI_CLASSIFY (Clasificación de Gemini)</a:t>
            </a:r>
            <a:br/>
            <a:r>
              <a:t>• UPDATE (Cambio de estado o asignación)</a:t>
            </a:r>
            <a:br/>
            <a:r>
              <a:t>• COMMENT (Nuevas notas)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Captura IP del cliente, usuario responsable, fecha/hora y payload JSON previo/posterior.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Visualizador forense desplegable dentro del detalle del ticket.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8. Guión de Sustentación en Vivo (5 Minutos)</a:t>
            </a:r>
          </a:p>
          <a:p>
            <a:pPr>
              <a:defRPr sz="1300">
                <a:solidFill>
                  <a:srgbClr val="0F766E"/>
                </a:solidFill>
                <a:latin typeface="Segoe UI"/>
              </a:defRPr>
            </a:pPr>
            <a:r>
              <a:t>Estructura recomendada para la sesión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766E"/>
                </a:solidFill>
                <a:latin typeface="Segoe UI"/>
              </a:defRPr>
            </a:pPr>
            <a:r>
              <a:t>⏱️ Minuto a Minuto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Minuto 1 — Introducción y Arquitectura: Explicar Clean Architecture, Node.js + GraphQL, PostgreSQL nativo (justificar por qué NO ORM) y Docker.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Minuto 2 — Creación de Ticket &amp; IA en Vivo: Clic en '+ Nuevo Ticket', usar plantilla rápida (ej. Operaciones 504), mostrar el logging en terminal con el prompt y la respuesta de Gemini.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Minuto 3 — Verificación en PostgreSQL: Ejecutar en consola SQL: SELECT id, customer_name, category, priority, status FROM tickets ORDER BY id DESC LIMIT 1; para demostrar la persistencia nativa.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Minuto 4 — Gestión en Detalle: Abrir ticket, cambiar estado a 'En Progreso' (1 clic), asignar owner (ej. Martín), enviar un comentario y presionar 'Re-clasificar con IA'.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Minuto 5 — Auditoría Inmutable &amp; Cierre: Desplegar el acordeón de auditoría forense con las IPs y timestamps, mostrar filtros del dashboard y responder preguntas del jurado.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600" b="1">
                <a:solidFill>
                  <a:srgbClr val="14B8A6"/>
                </a:solidFill>
                <a:latin typeface="Segoe UI"/>
              </a:defRPr>
            </a:pPr>
            <a:r>
              <a:t>¡100% de Requisitos Cumplidos!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Backend Hexagonal y desacoplado en Node.js + TypeScript + GraphQL.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Persistencia pura y optimizada en PostgreSQL nativo sin ORMs.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Clasificación inteligente precisa con Google Gemini AI y trazabilidad en terminal.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Frontend reactivo y fluido en React 18 con plantillas demo de 1 clic.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Despliegue reproducible garantizado con Docker Compose (docker compose up --build).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✓  Suite de pruebas unitarias en verde con Jest.</a:t>
            </a:r>
          </a:p>
          <a:p>
            <a:br/>
            <a:pPr>
              <a:defRPr sz="1800" b="1">
                <a:solidFill>
                  <a:srgbClr val="14B8A6"/>
                </a:solidFill>
                <a:latin typeface="Segoe UI"/>
              </a:defRPr>
            </a:pPr>
            <a:r>
              <a:t>¿Preguntas o comentarios? — 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